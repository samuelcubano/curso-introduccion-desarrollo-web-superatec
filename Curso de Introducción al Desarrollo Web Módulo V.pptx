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Montserrat" charset="1" panose="00000500000000000000"/>
      <p:regular r:id="rId18"/>
    </p:embeddedFont>
    <p:embeddedFont>
      <p:font typeface="DM San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53410" y="4945294"/>
            <a:ext cx="1340369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Módulo IV</a:t>
            </a: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INTRODUCCIÓN AL DES</a:t>
            </a: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ARROLLO WEB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63591" y="1339840"/>
            <a:ext cx="12560818" cy="97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Repaso del Módulo anterior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7474" y="4236871"/>
            <a:ext cx="9258379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Fundamentos de JavaScript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Variables, Tipos de Datos</a:t>
            </a:r>
          </a:p>
          <a:p>
            <a:pPr algn="l">
              <a:lnSpc>
                <a:spcPts val="5123"/>
              </a:lnSpc>
            </a:pPr>
          </a:p>
          <a:p>
            <a:pPr algn="l" marL="921850" indent="-460925" lvl="1">
              <a:lnSpc>
                <a:spcPts val="5123"/>
              </a:lnSpc>
              <a:spcBef>
                <a:spcPct val="0"/>
              </a:spcBef>
              <a:buFont typeface="Arial"/>
              <a:buChar char="•"/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Operadores y Condicionales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955061" y="3190353"/>
            <a:ext cx="5126006" cy="5126006"/>
          </a:xfrm>
          <a:custGeom>
            <a:avLst/>
            <a:gdLst/>
            <a:ahLst/>
            <a:cxnLst/>
            <a:rect r="r" b="b" t="t" l="l"/>
            <a:pathLst>
              <a:path h="5126006" w="5126006">
                <a:moveTo>
                  <a:pt x="0" y="0"/>
                </a:moveTo>
                <a:lnTo>
                  <a:pt x="5126006" y="0"/>
                </a:lnTo>
                <a:lnTo>
                  <a:pt x="5126006" y="5126006"/>
                </a:lnTo>
                <a:lnTo>
                  <a:pt x="0" y="5126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500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29851" y="1038225"/>
            <a:ext cx="1155480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Fundamentos de JS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76955" y="1828012"/>
            <a:ext cx="10934089" cy="14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0"/>
              </a:lnSpc>
            </a:pP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Conoce la estructura básica que </a:t>
            </a:r>
            <a:r>
              <a:rPr lang="en-US" sz="404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toda página web necesita para existir.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234773" y="4083211"/>
            <a:ext cx="4571566" cy="4571566"/>
          </a:xfrm>
          <a:custGeom>
            <a:avLst/>
            <a:gdLst/>
            <a:ahLst/>
            <a:cxnLst/>
            <a:rect r="r" b="b" t="t" l="l"/>
            <a:pathLst>
              <a:path h="4571566" w="4571566">
                <a:moveTo>
                  <a:pt x="0" y="0"/>
                </a:moveTo>
                <a:lnTo>
                  <a:pt x="4571566" y="0"/>
                </a:lnTo>
                <a:lnTo>
                  <a:pt x="4571566" y="4571565"/>
                </a:lnTo>
                <a:lnTo>
                  <a:pt x="0" y="4571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07254" y="3397417"/>
            <a:ext cx="8909667" cy="5943153"/>
          </a:xfrm>
          <a:custGeom>
            <a:avLst/>
            <a:gdLst/>
            <a:ahLst/>
            <a:cxnLst/>
            <a:rect r="r" b="b" t="t" l="l"/>
            <a:pathLst>
              <a:path h="5943153" w="8909667">
                <a:moveTo>
                  <a:pt x="0" y="0"/>
                </a:moveTo>
                <a:lnTo>
                  <a:pt x="8909667" y="0"/>
                </a:lnTo>
                <a:lnTo>
                  <a:pt x="8909667" y="5943153"/>
                </a:lnTo>
                <a:lnTo>
                  <a:pt x="0" y="59431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817832" y="2971800"/>
            <a:ext cx="3210327" cy="3210327"/>
          </a:xfrm>
          <a:custGeom>
            <a:avLst/>
            <a:gdLst/>
            <a:ahLst/>
            <a:cxnLst/>
            <a:rect r="r" b="b" t="t" l="l"/>
            <a:pathLst>
              <a:path h="3210327" w="3210327">
                <a:moveTo>
                  <a:pt x="0" y="0"/>
                </a:moveTo>
                <a:lnTo>
                  <a:pt x="3210327" y="0"/>
                </a:lnTo>
                <a:lnTo>
                  <a:pt x="3210327" y="3210327"/>
                </a:lnTo>
                <a:lnTo>
                  <a:pt x="0" y="3210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673883" y="6796096"/>
            <a:ext cx="9979783" cy="3228753"/>
          </a:xfrm>
          <a:custGeom>
            <a:avLst/>
            <a:gdLst/>
            <a:ahLst/>
            <a:cxnLst/>
            <a:rect r="r" b="b" t="t" l="l"/>
            <a:pathLst>
              <a:path h="3228753" w="9979783">
                <a:moveTo>
                  <a:pt x="0" y="0"/>
                </a:moveTo>
                <a:lnTo>
                  <a:pt x="9979783" y="0"/>
                </a:lnTo>
                <a:lnTo>
                  <a:pt x="9979783" y="3228754"/>
                </a:lnTo>
                <a:lnTo>
                  <a:pt x="0" y="3228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82492" y="3264698"/>
            <a:ext cx="10429737" cy="32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 una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caja grande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que adentro tiene vari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os cajoncitos ordenados, lo que te permite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guardar muchos datos juntos en una sola variable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en lugar de crear una variable para cada cosa.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21995" y="1028700"/>
            <a:ext cx="11180133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un Arreglo (Array) o Lista?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515979" y="4108418"/>
            <a:ext cx="12015695" cy="2070163"/>
          </a:xfrm>
          <a:custGeom>
            <a:avLst/>
            <a:gdLst/>
            <a:ahLst/>
            <a:cxnLst/>
            <a:rect r="r" b="b" t="t" l="l"/>
            <a:pathLst>
              <a:path h="2070163" w="12015695">
                <a:moveTo>
                  <a:pt x="0" y="0"/>
                </a:moveTo>
                <a:lnTo>
                  <a:pt x="12015694" y="0"/>
                </a:lnTo>
                <a:lnTo>
                  <a:pt x="12015694" y="2070164"/>
                </a:lnTo>
                <a:lnTo>
                  <a:pt x="0" y="20701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331" b="-85866"/>
            </a:stretch>
          </a:blipFill>
          <a:ln w="38100" cap="rnd">
            <a:solidFill>
              <a:srgbClr val="1F2937"/>
            </a:solidFill>
            <a:prstDash val="solid"/>
            <a:round/>
          </a:ln>
        </p:spPr>
      </p:sp>
      <p:sp>
        <p:nvSpPr>
          <p:cNvPr name="TextBox 5" id="5"/>
          <p:cNvSpPr txBox="true"/>
          <p:nvPr/>
        </p:nvSpPr>
        <p:spPr>
          <a:xfrm rot="0">
            <a:off x="5586069" y="1203716"/>
            <a:ext cx="711586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Arrays o Listas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135320" y="2173101"/>
            <a:ext cx="3210327" cy="3210327"/>
          </a:xfrm>
          <a:custGeom>
            <a:avLst/>
            <a:gdLst/>
            <a:ahLst/>
            <a:cxnLst/>
            <a:rect r="r" b="b" t="t" l="l"/>
            <a:pathLst>
              <a:path h="3210327" w="3210327">
                <a:moveTo>
                  <a:pt x="0" y="0"/>
                </a:moveTo>
                <a:lnTo>
                  <a:pt x="3210327" y="0"/>
                </a:lnTo>
                <a:lnTo>
                  <a:pt x="3210327" y="3210327"/>
                </a:lnTo>
                <a:lnTo>
                  <a:pt x="0" y="3210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831347" y="5556280"/>
            <a:ext cx="7818272" cy="4397778"/>
          </a:xfrm>
          <a:custGeom>
            <a:avLst/>
            <a:gdLst/>
            <a:ahLst/>
            <a:cxnLst/>
            <a:rect r="r" b="b" t="t" l="l"/>
            <a:pathLst>
              <a:path h="4397778" w="7818272">
                <a:moveTo>
                  <a:pt x="0" y="0"/>
                </a:moveTo>
                <a:lnTo>
                  <a:pt x="7818272" y="0"/>
                </a:lnTo>
                <a:lnTo>
                  <a:pt x="7818272" y="4397778"/>
                </a:lnTo>
                <a:lnTo>
                  <a:pt x="0" y="4397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123825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1882492" y="3264698"/>
            <a:ext cx="6948855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3"/>
              </a:lnSpc>
            </a:pP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lugar de escribir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mi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 instrucción 10 veces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 lo largo de tu código, la 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guardas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 sola vez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dentro de una función y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 "llamas"</a:t>
            </a:r>
            <a:r>
              <a:rPr lang="en-US" sz="42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cada vez que la </a:t>
            </a:r>
            <a:r>
              <a:rPr lang="en-US" sz="426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necesites ejecutar.</a:t>
            </a:r>
          </a:p>
          <a:p>
            <a:pPr algn="l">
              <a:lnSpc>
                <a:spcPts val="512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621995" y="1028700"/>
            <a:ext cx="1118013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una Función?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true" flipV="false" rot="0">
            <a:off x="-1580422" y="5443220"/>
            <a:ext cx="6414372" cy="6423111"/>
          </a:xfrm>
          <a:custGeom>
            <a:avLst/>
            <a:gdLst/>
            <a:ahLst/>
            <a:cxnLst/>
            <a:rect r="r" b="b" t="t" l="l"/>
            <a:pathLst>
              <a:path h="6423111" w="6414372">
                <a:moveTo>
                  <a:pt x="6414373" y="0"/>
                </a:moveTo>
                <a:lnTo>
                  <a:pt x="0" y="0"/>
                </a:lnTo>
                <a:lnTo>
                  <a:pt x="0" y="6423112"/>
                </a:lnTo>
                <a:lnTo>
                  <a:pt x="6414373" y="6423112"/>
                </a:lnTo>
                <a:lnTo>
                  <a:pt x="6414373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44389" y="2641916"/>
            <a:ext cx="13904825" cy="3686713"/>
          </a:xfrm>
          <a:custGeom>
            <a:avLst/>
            <a:gdLst/>
            <a:ahLst/>
            <a:cxnLst/>
            <a:rect r="r" b="b" t="t" l="l"/>
            <a:pathLst>
              <a:path h="3686713" w="13904825">
                <a:moveTo>
                  <a:pt x="0" y="0"/>
                </a:moveTo>
                <a:lnTo>
                  <a:pt x="13904825" y="0"/>
                </a:lnTo>
                <a:lnTo>
                  <a:pt x="13904825" y="3686713"/>
                </a:lnTo>
                <a:lnTo>
                  <a:pt x="0" y="36867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rnd">
            <a:solidFill>
              <a:srgbClr val="0D4172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5586069" y="1203716"/>
            <a:ext cx="711586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Función( 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882518" y="2337776"/>
            <a:ext cx="3210327" cy="3210327"/>
          </a:xfrm>
          <a:custGeom>
            <a:avLst/>
            <a:gdLst/>
            <a:ahLst/>
            <a:cxnLst/>
            <a:rect r="r" b="b" t="t" l="l"/>
            <a:pathLst>
              <a:path h="3210327" w="3210327">
                <a:moveTo>
                  <a:pt x="0" y="0"/>
                </a:moveTo>
                <a:lnTo>
                  <a:pt x="3210327" y="0"/>
                </a:lnTo>
                <a:lnTo>
                  <a:pt x="3210327" y="3210327"/>
                </a:lnTo>
                <a:lnTo>
                  <a:pt x="0" y="32103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1F2937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016981" y="5885629"/>
            <a:ext cx="7300697" cy="4097016"/>
          </a:xfrm>
          <a:custGeom>
            <a:avLst/>
            <a:gdLst/>
            <a:ahLst/>
            <a:cxnLst/>
            <a:rect r="r" b="b" t="t" l="l"/>
            <a:pathLst>
              <a:path h="4097016" w="7300697">
                <a:moveTo>
                  <a:pt x="0" y="0"/>
                </a:moveTo>
                <a:lnTo>
                  <a:pt x="7300698" y="0"/>
                </a:lnTo>
                <a:lnTo>
                  <a:pt x="7300698" y="4097016"/>
                </a:lnTo>
                <a:lnTo>
                  <a:pt x="0" y="40970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82492" y="3274223"/>
            <a:ext cx="7134489" cy="399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0"/>
              </a:lnSpc>
            </a:pP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 el sistema que le permite 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lang="en-US" sz="438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</a:t>
            </a:r>
            <a:r>
              <a:rPr lang="en-US" sz="438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avaScript entrar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438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prender las luces, cambiar los colores de las paredes o mover los muebles.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21995" y="1028700"/>
            <a:ext cx="1118013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es el DOM?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10180" y="3410347"/>
            <a:ext cx="15049120" cy="599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0"/>
              </a:lnSpc>
            </a:pPr>
            <a:r>
              <a:rPr lang="en-US" sz="438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</a:t>
            </a:r>
            <a:r>
              <a:rPr lang="en-US" sz="438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ent.getElementById("id")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:  busca dentro del documento HTML un elemento específico que tenga un atributo id con ese nombre exacto, y lo devuelve para que puedas manipularlo.</a:t>
            </a:r>
          </a:p>
          <a:p>
            <a:pPr algn="l">
              <a:lnSpc>
                <a:spcPts val="5260"/>
              </a:lnSpc>
            </a:pPr>
          </a:p>
          <a:p>
            <a:pPr algn="l">
              <a:lnSpc>
                <a:spcPts val="5260"/>
              </a:lnSpc>
            </a:pPr>
            <a:r>
              <a:rPr lang="en-US" sz="4383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addEventListener("click", ...)</a:t>
            </a:r>
            <a:r>
              <a:rPr lang="en-US" sz="438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: Es un método que se le aplica a un elemento del DOM para registrar un "escuchador" que vigila cuándo ocurre una acción específica (un evento) sobre ese elemento.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21995" y="1028700"/>
            <a:ext cx="11180133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2"/>
              </a:lnSpc>
            </a:pPr>
            <a:r>
              <a:rPr lang="en-US" b="true" sz="6435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¿Para que sirve estas funciones del DOM?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34740" y="3345160"/>
            <a:ext cx="13403694" cy="505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V</a:t>
            </a:r>
          </a:p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Vamos a practicar haciendo un pequeño sitio web con modo oscuro y claro.</a:t>
            </a:r>
          </a:p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D41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Recuerda... A programar se aprende programando.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286"/>
            <a:ext cx="18288000" cy="10284428"/>
            <a:chOff x="0" y="0"/>
            <a:chExt cx="24384000" cy="137125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2571"/>
            </a:xfrm>
            <a:custGeom>
              <a:avLst/>
              <a:gdLst/>
              <a:ahLst/>
              <a:cxnLst/>
              <a:rect r="r" b="b" t="t" l="l"/>
              <a:pathLst>
                <a:path h="1371257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2571"/>
                  </a:lnTo>
                  <a:lnTo>
                    <a:pt x="0" y="137125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DAHZJk5jAIM</dc:identifier>
  <dcterms:modified xsi:type="dcterms:W3CDTF">2011-08-01T06:04:30Z</dcterms:modified>
  <cp:revision>1</cp:revision>
  <dc:title>Curso de Introducción al Desarrollo Web Módulo V</dc:title>
</cp:coreProperties>
</file>